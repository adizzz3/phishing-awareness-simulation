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Roboto Medium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edium-regular.fntdata"/><Relationship Id="rId10" Type="http://schemas.openxmlformats.org/officeDocument/2006/relationships/slide" Target="slides/slide6.xml"/><Relationship Id="rId13" Type="http://schemas.openxmlformats.org/officeDocument/2006/relationships/font" Target="fonts/RobotoMedium-italic.fntdata"/><Relationship Id="rId12" Type="http://schemas.openxmlformats.org/officeDocument/2006/relationships/font" Target="fonts/Roboto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font" Target="fonts/RobotoMedium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1380976"/>
            <a:ext cx="4722763" cy="132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Roboto Medium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Phishing Awareness Simulation Using Social Engineering Techniques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25119" y="2922538"/>
            <a:ext cx="4722763" cy="8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Major Project · Cyber Security Internship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Prepared by: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Aditya Sanjay Kamble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Organization: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Naviotech Solutions Pvt. Ltd.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050" y="4772025"/>
            <a:ext cx="18859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3925119" y="408459"/>
            <a:ext cx="4722763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Medium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Phishing?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925119" y="1050578"/>
            <a:ext cx="4722763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Phishing is one of the most prevalent cyber threats today — attackers craft deceptive emails, messages, or websites that appear legitimate to trick users into revealing sensitive credentials such as usernames and passwords.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3925119" y="2090886"/>
            <a:ext cx="2292697" cy="1474812"/>
          </a:xfrm>
          <a:prstGeom prst="roundRect">
            <a:avLst>
              <a:gd fmla="val 397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069407" y="2235175"/>
            <a:ext cx="200412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Social Engineering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069407" y="2535585"/>
            <a:ext cx="2004120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Exploits human trust, urgency, and fear rather than technical vulnerabilities.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355184" y="2090886"/>
            <a:ext cx="2292697" cy="1474812"/>
          </a:xfrm>
          <a:prstGeom prst="roundRect">
            <a:avLst>
              <a:gd fmla="val 397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6499473" y="2235175"/>
            <a:ext cx="200412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Objective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499473" y="2535585"/>
            <a:ext cx="200412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Conduct an ethical, controlled phishing simulation to raise awareness and measure user susceptibility.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3925119" y="3703067"/>
            <a:ext cx="4722763" cy="1031900"/>
          </a:xfrm>
          <a:prstGeom prst="roundRect">
            <a:avLst>
              <a:gd fmla="val 568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069407" y="3847356"/>
            <a:ext cx="4434185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Ethical Scope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069407" y="4147765"/>
            <a:ext cx="443418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real credentials are collected or stored. The exercise is purely educational.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050" y="4872350"/>
            <a:ext cx="1885950" cy="2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496119" y="406747"/>
            <a:ext cx="8151763" cy="38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Roboto Medium"/>
              <a:buNone/>
            </a:pPr>
            <a:r>
              <a:rPr b="0" i="0" lang="en-US" sz="23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Project Methodology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496119" y="996776"/>
            <a:ext cx="815176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The simulation followed a structured, ethical workflow — from research through design, execution, and analysis — ensuring participant safety and educational value at every stage.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1476896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7002209" y="3719037"/>
            <a:ext cx="1190147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Observe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502299" y="371903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Simulate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010540" y="371903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Develop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2518781" y="371903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94415" y="3719037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96119" y="4555554"/>
            <a:ext cx="8608963" cy="181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Each phase was designed to be non-invasive and fully transparent to participants, aligning with ethical cybersecurity research practices.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050" y="4772025"/>
            <a:ext cx="18859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496119" y="389855"/>
            <a:ext cx="8151763" cy="235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Demonstration &amp; Results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30076"/>
            <a:ext cx="5234360" cy="296607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5918895" y="1824038"/>
            <a:ext cx="2733675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Medium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Participants Saw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5918895" y="1981646"/>
            <a:ext cx="2733675" cy="276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 realistic but clearly labeled phishing email prompted users to click a link and enter credentials on a demonstration HTML login page. Upon submission, an awareness message was displayed explaining the simulation.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5918895" y="2303190"/>
            <a:ext cx="2733675" cy="293936"/>
          </a:xfrm>
          <a:prstGeom prst="roundRect">
            <a:avLst>
              <a:gd fmla="val 10761" name="adj"/>
            </a:avLst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202" y="2402830"/>
            <a:ext cx="94134" cy="7530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6163642" y="2357958"/>
            <a:ext cx="2413620" cy="184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 data shown is </a:t>
            </a: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sample demonstration data</a:t>
            </a: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unless real awareness exercise results are available.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96119" y="3801070"/>
            <a:ext cx="8151763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Medium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Participant Response Summary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96119" y="3978697"/>
            <a:ext cx="8151763" cy="776808"/>
          </a:xfrm>
          <a:prstGeom prst="roundRect">
            <a:avLst>
              <a:gd fmla="val 4072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96119" y="4135487"/>
            <a:ext cx="8151763" cy="4763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496119" y="4289896"/>
            <a:ext cx="8151763" cy="4763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496119" y="4444305"/>
            <a:ext cx="8151763" cy="4763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96119" y="4598715"/>
            <a:ext cx="8151763" cy="4763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576263" y="4012183"/>
            <a:ext cx="5191869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Observation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461546" y="4012183"/>
            <a:ext cx="3563466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Count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76263" y="4166592"/>
            <a:ext cx="5191869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Total Participants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461546" y="4166592"/>
            <a:ext cx="3563466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76263" y="4321001"/>
            <a:ext cx="5191869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Clicked Link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461546" y="4321001"/>
            <a:ext cx="3563466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76263" y="4475411"/>
            <a:ext cx="5191869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Reported Email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461546" y="4475411"/>
            <a:ext cx="3563466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76263" y="4629820"/>
            <a:ext cx="5191869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Ignored Email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461546" y="4629820"/>
            <a:ext cx="3563466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8050" y="4849575"/>
            <a:ext cx="1885950" cy="2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496119" y="441127"/>
            <a:ext cx="8151763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Roboto Medium"/>
              <a:buNone/>
            </a:pPr>
            <a:r>
              <a:rPr b="0" i="0" lang="en-US" sz="20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Lessons Learned &amp; Preventive Measures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96119" y="972666"/>
            <a:ext cx="3946178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Lessons Learned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930" y="1233711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841549" y="1228427"/>
            <a:ext cx="3600748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Verify sender email addresses before trusting any message.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930" y="1717402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841549" y="1712119"/>
            <a:ext cx="36007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Check website URLs carefully — look for misspellings or suspicious domains.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930" y="2201094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841549" y="2195810"/>
            <a:ext cx="3600748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 not act on urgent or threatening emails without verification.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930" y="2684785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841549" y="2679502"/>
            <a:ext cx="3600748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Report suspicious emails to your IT or security team immediately.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706466" y="972666"/>
            <a:ext cx="3946178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Organizational Preventive Measures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6466" y="1228427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8"/>
          <p:cNvSpPr/>
          <p:nvPr/>
        </p:nvSpPr>
        <p:spPr>
          <a:xfrm>
            <a:off x="5018708" y="1264965"/>
            <a:ext cx="363393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Multi-Factor 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018708" y="1510754"/>
            <a:ext cx="363393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Adds a critical second layer of defense.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6466" y="1819052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5018708" y="1855589"/>
            <a:ext cx="363393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Security Awareness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018708" y="2101379"/>
            <a:ext cx="363393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Regular training reduces human error.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6466" y="2409676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5018708" y="2446213"/>
            <a:ext cx="363393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Email Filtering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018708" y="2692003"/>
            <a:ext cx="363393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Blocks malicious messages before they reach users.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6466" y="3000301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5018708" y="3036838"/>
            <a:ext cx="363393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Strong Password Policy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018708" y="3282628"/>
            <a:ext cx="363393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Enforce complexity and rotation requirements.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6466" y="359092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5018708" y="3627462"/>
            <a:ext cx="363393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 Updates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018708" y="3873252"/>
            <a:ext cx="363393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Patch vulnerabilities promptly across all systems.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6466" y="4181549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5018708" y="4218087"/>
            <a:ext cx="3633936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Verify HTTPS Websites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018708" y="4463876"/>
            <a:ext cx="363393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Ensure sites use encrypted connections.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58050" y="4874600"/>
            <a:ext cx="1885950" cy="2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3925119" y="662136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Roboto Medium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Conclusion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925119" y="1317724"/>
            <a:ext cx="4722763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Phishing attacks exploit </a:t>
            </a: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human behavior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not just technical weaknesses. This project demonstrated that a well-designed, ethical awareness simulation can effectively educate users — without collecting or storing any real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3925119" y="2384450"/>
            <a:ext cx="4722763" cy="2096839"/>
          </a:xfrm>
          <a:prstGeom prst="roundRect">
            <a:avLst>
              <a:gd fmla="val 284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3929881" y="2389212"/>
            <a:ext cx="2356619" cy="1270471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4071640" y="2530971"/>
            <a:ext cx="20731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Human-Centric Threat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071640" y="2837483"/>
            <a:ext cx="207310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Attackers target psychology, not systems.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286500" y="2389212"/>
            <a:ext cx="2356619" cy="1270471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6286500" y="2389212"/>
            <a:ext cx="19050" cy="1270471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6428259" y="2530971"/>
            <a:ext cx="20731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Training Works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428259" y="2837483"/>
            <a:ext cx="207310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Regular awareness programs significantly reduce susceptibility.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929881" y="3659684"/>
            <a:ext cx="4713238" cy="816843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3929881" y="3659684"/>
            <a:ext cx="4713238" cy="19050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4071640" y="3801442"/>
            <a:ext cx="442972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Ethical by Design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071640" y="4107954"/>
            <a:ext cx="44297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Simulations educate without compromising user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050" y="4864325"/>
            <a:ext cx="1885950" cy="2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